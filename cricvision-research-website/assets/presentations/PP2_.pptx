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96" r:id="rId2"/>
    <p:sldId id="298" r:id="rId3"/>
    <p:sldId id="300" r:id="rId4"/>
    <p:sldId id="299" r:id="rId5"/>
    <p:sldId id="30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3:32:45.6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24575,'113'-1'0,"127"3"0,-177 5 0,105 25 0,-116-19 0,0-3 0,0-2 0,68 2 0,1120-12-1365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3:32:53.8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24575,'11'1'0,"-1"0"0,0 1 0,0 0 0,0 1 0,0 0 0,15 7 0,15 4 0,-18-7 0,142 37 0,-131-37 0,1-2 0,0-1 0,36-1 0,-49-2 0,1 2 0,0 0 0,-1 2 0,0 0 0,39 16 0,35 8 0,-43-17-455,-1-3 0,105 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3:32:57.2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4/24/2026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3422D-F35C-AE56-2791-C6798CD11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9EDFE-BF84-A32E-A197-B4975DD7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86" y="0"/>
            <a:ext cx="11811000" cy="792162"/>
          </a:xfrm>
        </p:spPr>
        <p:txBody>
          <a:bodyPr>
            <a:noAutofit/>
          </a:bodyPr>
          <a:lstStyle/>
          <a:p>
            <a:r>
              <a:rPr lang="en-US" sz="2200" b="1" dirty="0">
                <a:highlight>
                  <a:srgbClr val="FFFF00"/>
                </a:highlight>
              </a:rPr>
              <a:t>PLAYER BASED SEGMENTATION AND WICKET EVENT RELATED VIDEO ANALYSIS IN CRICKET VIDEOS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7DF6A8-893B-B277-C97B-7260B0454927}"/>
              </a:ext>
            </a:extLst>
          </p:cNvPr>
          <p:cNvSpPr txBox="1"/>
          <p:nvPr/>
        </p:nvSpPr>
        <p:spPr>
          <a:xfrm>
            <a:off x="1143000" y="683815"/>
            <a:ext cx="92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 Statement &amp; Stakeholders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24D4B-107E-286E-5764-5AC509A22B02}"/>
              </a:ext>
            </a:extLst>
          </p:cNvPr>
          <p:cNvSpPr txBox="1"/>
          <p:nvPr/>
        </p:nvSpPr>
        <p:spPr>
          <a:xfrm>
            <a:off x="744717" y="1115303"/>
            <a:ext cx="10591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Traditional cricket video analysis still relies </a:t>
            </a:r>
            <a:r>
              <a:rPr lang="en-US" sz="2000" b="1" dirty="0"/>
              <a:t>heavily on manual.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problems include: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No automatic navigation to jump to moments by player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No automatic navigation to jump to important moments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Players are not linked to key events (FOUR/SIX/WICKET) with timestamps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Users must manually scroll through long match videos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Creating player-based and event-based highlights is manual and time-consuming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Cannot easily track batsman changes during the innings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Cannot easily track bowler changes across overs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No automatic player-based or event-based analysis timeline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Cannot filter full matches by player name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problems affect: 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Cricket fans and viewers      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Coaches and team analysts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Broadcasters and content creators/editors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Cricket academies and training 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School-level cricket players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03FA9C-4294-2C4C-8EDB-25A942E8EB9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RATHNAYAKE R M N D </a:t>
            </a:r>
            <a:r>
              <a:rPr lang="en-US" dirty="0">
                <a:solidFill>
                  <a:schemeClr val="tx1"/>
                </a:solidFill>
              </a:rPr>
              <a:t>|  25-26J-148 </a:t>
            </a:r>
            <a:r>
              <a:rPr lang="en-US" dirty="0"/>
              <a:t>6J-148 -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168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E0876-2EA7-F817-20D2-803F5224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F27740-6036-3DF1-900A-24E2C1DAE66A}"/>
              </a:ext>
            </a:extLst>
          </p:cNvPr>
          <p:cNvSpPr txBox="1"/>
          <p:nvPr/>
        </p:nvSpPr>
        <p:spPr>
          <a:xfrm>
            <a:off x="1066800" y="762773"/>
            <a:ext cx="92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Research Gap &amp;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F2C3D-09AE-7762-CD59-5A56FF949D6B}"/>
              </a:ext>
            </a:extLst>
          </p:cNvPr>
          <p:cNvSpPr txBox="1"/>
          <p:nvPr/>
        </p:nvSpPr>
        <p:spPr>
          <a:xfrm>
            <a:off x="914400" y="1224438"/>
            <a:ext cx="9982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Depend heavily on manual video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Do not support player-based filtering across full matches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Do not provide automatic navigation to player-specific or key moments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Lack event-player linking with timestamps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Provide limited support for automated cricket video analysis timelines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Lack an integrated multimodal automation framework for cricket video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Rarely include </a:t>
            </a:r>
            <a:r>
              <a:rPr lang="en-US" sz="1600" b="1" dirty="0"/>
              <a:t>near-miss moments</a:t>
            </a:r>
            <a:r>
              <a:rPr lang="en-US" sz="1600" dirty="0"/>
              <a:t> in automated highlight generation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/>
              <a:t>To develop an automated cricket video segmentation and retrieval system that supports: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player-wise filtering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event-wise navigation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timestamp-based player-event association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batsman and bowler change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semantic search of cricket video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efficient retrieval of important and near-miss match moments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F59463-9DAE-5A7E-FC46-6EA04D06391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RATHNAYAKE R M N D </a:t>
            </a:r>
            <a:r>
              <a:rPr lang="en-US" dirty="0">
                <a:solidFill>
                  <a:schemeClr val="tx1"/>
                </a:solidFill>
              </a:rPr>
              <a:t>|  25-26J-148 </a:t>
            </a:r>
            <a:r>
              <a:rPr lang="en-US" dirty="0"/>
              <a:t>6J-148 -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AF46C84D-1274-3803-236C-7FF5A8A6A62F}"/>
              </a:ext>
            </a:extLst>
          </p:cNvPr>
          <p:cNvSpPr txBox="1">
            <a:spLocks/>
          </p:cNvSpPr>
          <p:nvPr/>
        </p:nvSpPr>
        <p:spPr>
          <a:xfrm>
            <a:off x="343786" y="0"/>
            <a:ext cx="11811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200" b="1">
                <a:highlight>
                  <a:srgbClr val="FFFF00"/>
                </a:highlight>
              </a:rPr>
              <a:t>PLAYER BASED SEGMENTATION AND WICKET EVENT RELATED VIDEO ANALYSIS IN CRICKET VIDEOS</a:t>
            </a:r>
            <a:endParaRPr lang="en-US" sz="2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74604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5384-39F9-432B-1883-C9CDEE56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A9740F-198A-E514-5FC3-C6028868DFB1}"/>
              </a:ext>
            </a:extLst>
          </p:cNvPr>
          <p:cNvSpPr txBox="1"/>
          <p:nvPr/>
        </p:nvSpPr>
        <p:spPr>
          <a:xfrm>
            <a:off x="1066800" y="683567"/>
            <a:ext cx="92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Solution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7CE2E-612E-BD99-5E0A-E9D656D1A734}"/>
              </a:ext>
            </a:extLst>
          </p:cNvPr>
          <p:cNvSpPr txBox="1"/>
          <p:nvPr/>
        </p:nvSpPr>
        <p:spPr>
          <a:xfrm>
            <a:off x="529936" y="1203766"/>
            <a:ext cx="11696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developed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insurance claim processing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four integrated components: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b="1" dirty="0"/>
              <a:t> Automatic Cricket Video Segmentation by Player Identity</a:t>
            </a:r>
          </a:p>
          <a:p>
            <a:r>
              <a:rPr lang="en-US" sz="2000" dirty="0"/>
              <a:t>The system extracts scoreboard text, identifies player names, detects match events using umpire signals, and links players and events with video timestamps to enable player-wise and event-wise segmentation, filtering, querying and navigation.</a:t>
            </a:r>
          </a:p>
          <a:p>
            <a:endParaRPr lang="en-US" sz="2000" b="1" dirty="0">
              <a:cs typeface="Times New Roman" panose="02020603050405020304" pitchFamily="18" charset="0"/>
            </a:endParaRPr>
          </a:p>
          <a:p>
            <a:r>
              <a:rPr lang="en-US" sz="2000" b="1" dirty="0">
                <a:cs typeface="Times New Roman" panose="02020603050405020304" pitchFamily="18" charset="0"/>
              </a:rPr>
              <a:t>2.</a:t>
            </a:r>
            <a:r>
              <a:rPr lang="en-US" sz="2000" b="1" dirty="0"/>
              <a:t> Wicket Events Related Cricket Video Analysis</a:t>
            </a:r>
            <a:r>
              <a:rPr lang="en-US" sz="2000" b="1" dirty="0"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This system detect wicket events and potential wicket events with it’s </a:t>
            </a:r>
            <a:r>
              <a:rPr lang="en-US" sz="2000">
                <a:cs typeface="Times New Roman" panose="02020603050405020304" pitchFamily="18" charset="0"/>
              </a:rPr>
              <a:t>subtype.</a:t>
            </a:r>
            <a:endParaRPr lang="en-US" sz="2000" dirty="0"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CCDF8-4F5C-493A-1C1C-904C82211A15}"/>
              </a:ext>
            </a:extLst>
          </p:cNvPr>
          <p:cNvSpPr txBox="1"/>
          <p:nvPr/>
        </p:nvSpPr>
        <p:spPr>
          <a:xfrm>
            <a:off x="3429000" y="5229281"/>
            <a:ext cx="1752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dirty="0"/>
              <a:t> </a:t>
            </a:r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br>
              <a:rPr lang="en-US" dirty="0"/>
            </a:br>
            <a:r>
              <a:rPr lang="en-US" dirty="0"/>
              <a:t>Usability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BB2A7-138B-B880-D9E2-026FD707C37D}"/>
              </a:ext>
            </a:extLst>
          </p:cNvPr>
          <p:cNvSpPr txBox="1"/>
          <p:nvPr/>
        </p:nvSpPr>
        <p:spPr>
          <a:xfrm>
            <a:off x="4305300" y="5229281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Non-Functional Focus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DCC1C-9140-AF20-79F2-D594FDE295E8}"/>
              </a:ext>
            </a:extLst>
          </p:cNvPr>
          <p:cNvSpPr txBox="1"/>
          <p:nvPr/>
        </p:nvSpPr>
        <p:spPr>
          <a:xfrm>
            <a:off x="6629400" y="5181600"/>
            <a:ext cx="1752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dirty="0"/>
              <a:t> </a:t>
            </a:r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Security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34AB71-0736-C57D-AC14-E9BDD7480F1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RATHNAYAKE R M N D </a:t>
            </a:r>
            <a:r>
              <a:rPr lang="en-US" dirty="0">
                <a:solidFill>
                  <a:schemeClr val="tx1"/>
                </a:solidFill>
              </a:rPr>
              <a:t>|  25-26J-148 </a:t>
            </a:r>
            <a:r>
              <a:rPr lang="en-US" dirty="0"/>
              <a:t>6J-148 -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1B7A1E78-F3F1-A543-525D-8D09F3BA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86" y="0"/>
            <a:ext cx="11811000" cy="792162"/>
          </a:xfrm>
        </p:spPr>
        <p:txBody>
          <a:bodyPr>
            <a:noAutofit/>
          </a:bodyPr>
          <a:lstStyle/>
          <a:p>
            <a:r>
              <a:rPr lang="en-US" sz="2200" b="1" dirty="0">
                <a:highlight>
                  <a:srgbClr val="FFFF00"/>
                </a:highlight>
              </a:rPr>
              <a:t>PLAYER BASED SEGMENTATION AND WICKET EVENT RELATED VIDEO ANALYSIS IN CRICKET VIDEOS</a:t>
            </a:r>
          </a:p>
        </p:txBody>
      </p:sp>
    </p:spTree>
    <p:extLst>
      <p:ext uri="{BB962C8B-B14F-4D97-AF65-F5344CB8AC3E}">
        <p14:creationId xmlns:p14="http://schemas.microsoft.com/office/powerpoint/2010/main" val="401710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B600-64E8-C1A1-B835-C96A4E795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806934-A187-23B5-4A0E-BF7E2476E67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RATHNAYAKE R M N D </a:t>
            </a:r>
            <a:r>
              <a:rPr lang="en-US" dirty="0">
                <a:solidFill>
                  <a:schemeClr val="tx1"/>
                </a:solidFill>
              </a:rPr>
              <a:t>|  25-26J-148 </a:t>
            </a:r>
            <a:r>
              <a:rPr lang="en-US" dirty="0"/>
              <a:t>6J-148 -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1966441B-621F-4E85-B4DD-0649D47E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86" y="0"/>
            <a:ext cx="11811000" cy="792162"/>
          </a:xfrm>
        </p:spPr>
        <p:txBody>
          <a:bodyPr>
            <a:noAutofit/>
          </a:bodyPr>
          <a:lstStyle/>
          <a:p>
            <a:r>
              <a:rPr lang="en-US" sz="2200" b="1" dirty="0">
                <a:highlight>
                  <a:srgbClr val="FFFF00"/>
                </a:highlight>
              </a:rPr>
              <a:t>PLAYER BASED SEGMENTATION AND WICKET EVENT RELATED VIDEO ANALYSIS IN CRICKET VIDEOS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AE0A8866-D898-AC00-95BE-D54F207962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-609600"/>
            <a:ext cx="7772400" cy="777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67DBEC-5B3A-AD8D-3ACD-6430EB813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09" y="1166497"/>
            <a:ext cx="9183382" cy="4525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0D9C8B-A30D-9CCA-0864-AFCA6576FF77}"/>
              </a:ext>
            </a:extLst>
          </p:cNvPr>
          <p:cNvSpPr txBox="1"/>
          <p:nvPr/>
        </p:nvSpPr>
        <p:spPr>
          <a:xfrm>
            <a:off x="6096000" y="956161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EfficientNet-B0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RestNet-18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FB730-8584-6FDF-DE3A-C0B02F1D818C}"/>
              </a:ext>
            </a:extLst>
          </p:cNvPr>
          <p:cNvSpPr txBox="1"/>
          <p:nvPr/>
        </p:nvSpPr>
        <p:spPr>
          <a:xfrm>
            <a:off x="7620000" y="1122147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playerNER model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D926B5-E7A4-BC92-E877-28AD2344019C}"/>
                  </a:ext>
                </a:extLst>
              </p14:cNvPr>
              <p14:cNvContentPartPr/>
              <p14:nvPr/>
            </p14:nvContentPartPr>
            <p14:xfrm>
              <a:off x="5271568" y="4459430"/>
              <a:ext cx="756360" cy="2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D926B5-E7A4-BC92-E877-28AD234401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08928" y="4396430"/>
                <a:ext cx="8820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06BCC1D-1599-8563-C217-53B7F432D6DA}"/>
                  </a:ext>
                </a:extLst>
              </p14:cNvPr>
              <p14:cNvContentPartPr/>
              <p14:nvPr/>
            </p14:nvContentPartPr>
            <p14:xfrm>
              <a:off x="5551648" y="4366910"/>
              <a:ext cx="361800" cy="75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06BCC1D-1599-8563-C217-53B7F432D6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88648" y="4303910"/>
                <a:ext cx="4874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8C31E9-65E8-01BE-B191-3B1267330714}"/>
                  </a:ext>
                </a:extLst>
              </p14:cNvPr>
              <p14:cNvContentPartPr/>
              <p14:nvPr/>
            </p14:nvContentPartPr>
            <p14:xfrm>
              <a:off x="6055288" y="445979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8C31E9-65E8-01BE-B191-3B12673307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92648" y="4396790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0A07F50-51AB-309F-4FE3-3314F66F0A73}"/>
              </a:ext>
            </a:extLst>
          </p:cNvPr>
          <p:cNvSpPr txBox="1"/>
          <p:nvPr/>
        </p:nvSpPr>
        <p:spPr>
          <a:xfrm>
            <a:off x="4710458" y="1126282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EasyOCR</a:t>
            </a:r>
          </a:p>
        </p:txBody>
      </p:sp>
    </p:spTree>
    <p:extLst>
      <p:ext uri="{BB962C8B-B14F-4D97-AF65-F5344CB8AC3E}">
        <p14:creationId xmlns:p14="http://schemas.microsoft.com/office/powerpoint/2010/main" val="717840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A5DEF-1036-4CAC-7E00-1A47A38C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B7D24F-115B-FF85-3DA0-27BB29F1BB87}"/>
              </a:ext>
            </a:extLst>
          </p:cNvPr>
          <p:cNvSpPr/>
          <p:nvPr/>
        </p:nvSpPr>
        <p:spPr>
          <a:xfrm>
            <a:off x="8227756" y="995292"/>
            <a:ext cx="3691193" cy="51555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FF6977-F258-0D66-9F2F-B2BE3B969DCC}"/>
              </a:ext>
            </a:extLst>
          </p:cNvPr>
          <p:cNvSpPr/>
          <p:nvPr/>
        </p:nvSpPr>
        <p:spPr>
          <a:xfrm>
            <a:off x="264169" y="991715"/>
            <a:ext cx="3773451" cy="51591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B9FFF2-1215-C27F-885B-EEB0E3F426EF}"/>
              </a:ext>
            </a:extLst>
          </p:cNvPr>
          <p:cNvSpPr/>
          <p:nvPr/>
        </p:nvSpPr>
        <p:spPr>
          <a:xfrm>
            <a:off x="4277475" y="991716"/>
            <a:ext cx="3691193" cy="51591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C150B8-577E-BD0E-CD0C-DBE3067FD072}"/>
              </a:ext>
            </a:extLst>
          </p:cNvPr>
          <p:cNvSpPr/>
          <p:nvPr/>
        </p:nvSpPr>
        <p:spPr>
          <a:xfrm>
            <a:off x="228600" y="1238017"/>
            <a:ext cx="3691193" cy="48006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EF81AA1F-CDF6-8836-D3BC-AAD4E5D8B6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73302"/>
            <a:ext cx="2514599" cy="484695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F68F4863-1EE9-DB74-7BC2-7CDC3A873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38" y="806731"/>
            <a:ext cx="3691193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AI platform for automated cricket video tagging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player-based and event-based segmentation for fans, coaches, analysts, and broadcasters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offered to sports broadcasters, cricket academies, and analysis teams on a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into existing sports video management and highlight generation systems.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in video review and enables faster retrieval of player-specific and event-based moments.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995698-DD45-547E-41C3-D7D6A177AD80}"/>
              </a:ext>
            </a:extLst>
          </p:cNvPr>
          <p:cNvSpPr txBox="1"/>
          <p:nvPr/>
        </p:nvSpPr>
        <p:spPr>
          <a:xfrm>
            <a:off x="8269785" y="2046003"/>
            <a:ext cx="35780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player-wise and event-wise video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video segmentation with timestamps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players with FOUR, SIX, and WICKET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key moments without watching full matches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in highlights and video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semantic search for quick segment retrieval</a:t>
            </a:r>
          </a:p>
          <a:p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6682D-27AB-9DC1-7026-B0111395F7EB}"/>
              </a:ext>
            </a:extLst>
          </p:cNvPr>
          <p:cNvSpPr txBox="1"/>
          <p:nvPr/>
        </p:nvSpPr>
        <p:spPr>
          <a:xfrm>
            <a:off x="306782" y="1334788"/>
            <a:ext cx="3578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Commercialization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BD17EC-0806-5631-5524-861E988DE648}"/>
              </a:ext>
            </a:extLst>
          </p:cNvPr>
          <p:cNvSpPr txBox="1"/>
          <p:nvPr/>
        </p:nvSpPr>
        <p:spPr>
          <a:xfrm>
            <a:off x="4375397" y="1238017"/>
            <a:ext cx="33535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Profiles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E6D1A7-9780-9979-84FE-DE864D2722F1}"/>
              </a:ext>
            </a:extLst>
          </p:cNvPr>
          <p:cNvSpPr txBox="1"/>
          <p:nvPr/>
        </p:nvSpPr>
        <p:spPr>
          <a:xfrm>
            <a:off x="8341297" y="1238017"/>
            <a:ext cx="3435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4EF155-B051-0DDA-FFC0-74B9D42180F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RATHNAYAKE R M N D </a:t>
            </a:r>
            <a:r>
              <a:rPr lang="en-US" dirty="0">
                <a:solidFill>
                  <a:schemeClr val="tx1"/>
                </a:solidFill>
              </a:rPr>
              <a:t>|  25-26J-148 </a:t>
            </a:r>
            <a:r>
              <a:rPr lang="en-US" dirty="0"/>
              <a:t>6J-148 -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F68AD515-1E75-AE14-5635-9A6205EC5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86" y="0"/>
            <a:ext cx="11811000" cy="792162"/>
          </a:xfrm>
        </p:spPr>
        <p:txBody>
          <a:bodyPr>
            <a:noAutofit/>
          </a:bodyPr>
          <a:lstStyle/>
          <a:p>
            <a:r>
              <a:rPr lang="en-US" sz="2200" b="1" dirty="0">
                <a:highlight>
                  <a:srgbClr val="FFFF00"/>
                </a:highlight>
              </a:rPr>
              <a:t>PLAYER BASED SEGMENTATION AND WICKET EVENT RELATED VIDEO ANALYSIS IN CRICKET VIDEOS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9949F2-331C-A764-A9E6-3E53C32884F9}"/>
              </a:ext>
            </a:extLst>
          </p:cNvPr>
          <p:cNvSpPr txBox="1"/>
          <p:nvPr/>
        </p:nvSpPr>
        <p:spPr>
          <a:xfrm>
            <a:off x="4395302" y="2577047"/>
            <a:ext cx="34404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Cricket Fans</a:t>
            </a:r>
          </a:p>
          <a:p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Cricket Coaches &amp; Analysts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 Broadcasters</a:t>
            </a:r>
          </a:p>
          <a:p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– cricket academies, training centers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566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PP2</Template>
  <TotalTime>0</TotalTime>
  <Words>581</Words>
  <Application>Microsoft Office PowerPoint</Application>
  <PresentationFormat>Widescreen</PresentationFormat>
  <Paragraphs>98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Adobe Devanagari</vt:lpstr>
      <vt:lpstr>Arial</vt:lpstr>
      <vt:lpstr>Calibri</vt:lpstr>
      <vt:lpstr>Cambria</vt:lpstr>
      <vt:lpstr>Times New Roman</vt:lpstr>
      <vt:lpstr>Wingdings</vt:lpstr>
      <vt:lpstr>Office Theme</vt:lpstr>
      <vt:lpstr>PLAYER BASED SEGMENTATION AND WICKET EVENT RELATED VIDEO ANALYSIS IN CRICKET VIDEOS</vt:lpstr>
      <vt:lpstr>PowerPoint Presentation</vt:lpstr>
      <vt:lpstr>PLAYER BASED SEGMENTATION AND WICKET EVENT RELATED VIDEO ANALYSIS IN CRICKET VIDEOS</vt:lpstr>
      <vt:lpstr>PLAYER BASED SEGMENTATION AND WICKET EVENT RELATED VIDEO ANALYSIS IN CRICKET VIDEOS</vt:lpstr>
      <vt:lpstr>PLAYER BASED SEGMENTATION AND WICKET EVENT RELATED VIDEO ANALYSIS IN CRICKET VIDEOS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Dimalsha Rathnayake</dc:creator>
  <cp:lastModifiedBy>Dimalsha Rathnayake</cp:lastModifiedBy>
  <cp:revision>1</cp:revision>
  <dcterms:created xsi:type="dcterms:W3CDTF">2026-04-23T20:18:34Z</dcterms:created>
  <dcterms:modified xsi:type="dcterms:W3CDTF">2026-04-23T20:19:04Z</dcterms:modified>
</cp:coreProperties>
</file>